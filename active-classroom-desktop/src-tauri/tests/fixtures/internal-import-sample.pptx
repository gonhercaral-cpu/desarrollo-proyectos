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Prueba Active Classroom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Importación PPTX funcional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