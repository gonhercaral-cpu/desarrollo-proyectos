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bc2a3f52cb4b49" /><Relationship Type="http://schemas.openxmlformats.org/officeDocument/2006/relationships/extended-properties" Target="/docProps/app.xml" Id="Rcba38d516a5d4a50" /><Relationship Type="http://schemas.openxmlformats.org/officeDocument/2006/relationships/officeDocument" Target="/ppt/presentation.xml" Id="Rd298465c2d82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48f3d08ccc47c0"/>
  </p:sldMasterIdLst>
  <p:notesMasterIdLst>
    <p:notesMasterId xmlns:r="http://schemas.openxmlformats.org/officeDocument/2006/relationships" r:id="R1f7c691471f24915"/>
  </p:notesMasterIdLst>
  <p:sldIdLst>
    <p:sldId xmlns:r="http://schemas.openxmlformats.org/officeDocument/2006/relationships" id="256" r:id="R7cee8d7e3b934b5a"/>
    <p:sldId xmlns:r="http://schemas.openxmlformats.org/officeDocument/2006/relationships" id="257" r:id="R2696ab63b06b43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e1d3f596214026" /><Relationship Type="http://schemas.openxmlformats.org/officeDocument/2006/relationships/slideMaster" Target="/ppt/slideMasters/slideMaster1.xml" Id="R5848f3d08ccc47c0" /><Relationship Type="http://schemas.openxmlformats.org/officeDocument/2006/relationships/notesMaster" Target="/ppt/notesMasters/notesMaster1.xml" Id="R1f7c691471f24915" /><Relationship Type="http://schemas.openxmlformats.org/officeDocument/2006/relationships/presProps" Target="/ppt/presProps.xml" Id="R367a6e03d788455e" /><Relationship Type="http://schemas.openxmlformats.org/officeDocument/2006/relationships/tableStyles" Target="/ppt/tableStyles.xml" Id="Rc9602ee99e204426" /><Relationship Type="http://schemas.openxmlformats.org/officeDocument/2006/relationships/slide" Target="/ppt/slides/slide1.xml" Id="R7cee8d7e3b934b5a" /><Relationship Type="http://schemas.openxmlformats.org/officeDocument/2006/relationships/slide" Target="/ppt/slides/slide2.xml" Id="R2696ab63b06b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1a20bb859f41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a20f4f01fd40b8" /><Relationship Type="http://schemas.openxmlformats.org/officeDocument/2006/relationships/notesMaster" Target="/ppt/notesMasters/notesMaster1.xml" Id="R2da86446e0844c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10dff66ca1461a" /><Relationship Type="http://schemas.openxmlformats.org/officeDocument/2006/relationships/notesMaster" Target="/ppt/notesMasters/notesMaster1.xml" Id="R040810b491bc41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057b6e87e4e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4bedc0baa64f74" /><Relationship Type="http://schemas.openxmlformats.org/officeDocument/2006/relationships/slideLayout" Target="/ppt/slideLayouts/slideLayout1.xml" Id="R1c10b682ee5e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10b682ee5e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fad7dc1f74687" /><Relationship Type="http://schemas.openxmlformats.org/officeDocument/2006/relationships/image" Target="/ppt/media/image.png" Id="R1f4922fb4a494474" /><Relationship Type="http://schemas.openxmlformats.org/officeDocument/2006/relationships/notesSlide" Target="/ppt/notesSlides/notesSlide1.xml" Id="R30802e0b36134b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d58da0e0c4f75" /><Relationship Type="http://schemas.openxmlformats.org/officeDocument/2006/relationships/notesSlide" Target="/ppt/notesSlides/notesSlide2.xml" Id="R12733bddd8884f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ixture-title">
            <a:extLst xmlns:a="http://schemas.openxmlformats.org/drawingml/2006/main">
              <a:ext uri="{FF2B5EF4-FFF2-40B4-BE49-F238E27FC236}">
                <a16:creationId xmlns:a16="http://schemas.microsoft.com/office/drawing/2014/main" id="{393F945F-3FE1-4744-A9C2-19295428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238"/>
                </a:solidFill>
              </a:defRPr>
            </a:pPr>
            <a:r>
              <a:rPr sz="3300" b="1">
                <a:solidFill>
                  <a:srgbClr val="182238"/>
                </a:solidFill>
              </a:rPr>
              <a:t>Texto e imagen deben conservarse</a:t>
            </a:r>
          </a:p>
        </p:txBody>
      </p:sp>
      <p:sp>
        <p:nvSpPr>
          <p:cNvPr id="2" name="fixture-body">
            <a:extLst xmlns:a="http://schemas.openxmlformats.org/drawingml/2006/main">
              <a:ext uri="{FF2B5EF4-FFF2-40B4-BE49-F238E27FC236}">
                <a16:creationId xmlns:a16="http://schemas.microsoft.com/office/drawing/2014/main" id="{D82E960C-A5F5-4C95-B96A-56E24407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57A"/>
                </a:solidFill>
              </a:defRPr>
            </a:pPr>
            <a:r>
              <a:rPr sz="1800">
                <a:solidFill>
                  <a:srgbClr val="59657A"/>
                </a:solidFill>
              </a:rPr>
              <a:t>Active Classroom convierte el texto editable y mantiene la imagen en la misma diapositiva.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922fb4a494474"/>
          <a:stretch xmlns:a="http://schemas.openxmlformats.org/drawingml/2006/main"/>
        </p:blipFill>
        <p:spPr>
          <a:xfrm xmlns:a="http://schemas.openxmlformats.org/drawingml/2006/main">
            <a:off x="8096250" y="133350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33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ond-slide-title">
            <a:extLst xmlns:a="http://schemas.openxmlformats.org/drawingml/2006/main">
              <a:ext uri="{FF2B5EF4-FFF2-40B4-BE49-F238E27FC236}">
                <a16:creationId xmlns:a16="http://schemas.microsoft.com/office/drawing/2014/main" id="{6AD69AC1-E785-4704-901E-C30C27F8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1426"/>
                </a:solidFill>
              </a:defRPr>
            </a:pPr>
            <a:r>
              <a:rPr sz="2850" b="1">
                <a:solidFill>
                  <a:srgbClr val="D91426"/>
                </a:solidFill>
              </a:rPr>
              <a:t>La navegación mantiene ambas pantallas sincronizadas</a:t>
            </a:r>
          </a:p>
        </p:txBody>
      </p:sp>
    </p:spTree>
    <p:extLst>
      <p:ext uri="{BB962C8B-B14F-4D97-AF65-F5344CB8AC3E}">
        <p14:creationId xmlns:p14="http://schemas.microsoft.com/office/powerpoint/2010/main" val="1132706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2026-08-01T00:36:37.1740000Z</dcterms:created>
  <dcterms:modified xsi:type="dcterms:W3CDTF">2026-08-01T00:36:37.1750000Z</dcterms:modified>
</coreProperties>
</file>